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7"/>
  </p:notesMasterIdLst>
  <p:sldIdLst>
    <p:sldId id="256" r:id="rId2"/>
    <p:sldId id="263" r:id="rId3"/>
    <p:sldId id="257" r:id="rId4"/>
    <p:sldId id="258" r:id="rId5"/>
    <p:sldId id="264" r:id="rId6"/>
    <p:sldId id="259" r:id="rId7"/>
    <p:sldId id="260" r:id="rId8"/>
    <p:sldId id="272" r:id="rId9"/>
    <p:sldId id="267" r:id="rId10"/>
    <p:sldId id="268" r:id="rId11"/>
    <p:sldId id="266" r:id="rId12"/>
    <p:sldId id="265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E9F05B-56AA-4BF6-8B1F-575B52AF5C12}" v="19" dt="2026-08-23T15:36:02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tha Varshini S" userId="917ef01328e817d8" providerId="LiveId" clId="{BADF11E7-79EE-45C6-92DF-67E89CC5EA50}"/>
    <pc:docChg chg="undo custSel addSld delSld modSld">
      <pc:chgData name="Amirtha Varshini S" userId="917ef01328e817d8" providerId="LiveId" clId="{BADF11E7-79EE-45C6-92DF-67E89CC5EA50}" dt="2026-08-23T16:49:26.404" v="327" actId="20577"/>
      <pc:docMkLst>
        <pc:docMk/>
      </pc:docMkLst>
      <pc:sldChg chg="modSp mod">
        <pc:chgData name="Amirtha Varshini S" userId="917ef01328e817d8" providerId="LiveId" clId="{BADF11E7-79EE-45C6-92DF-67E89CC5EA50}" dt="2026-08-23T15:17:34.769" v="116" actId="113"/>
        <pc:sldMkLst>
          <pc:docMk/>
          <pc:sldMk cId="3043761798" sldId="258"/>
        </pc:sldMkLst>
        <pc:spChg chg="mod">
          <ac:chgData name="Amirtha Varshini S" userId="917ef01328e817d8" providerId="LiveId" clId="{BADF11E7-79EE-45C6-92DF-67E89CC5EA50}" dt="2026-08-23T15:17:34.769" v="116" actId="113"/>
          <ac:spMkLst>
            <pc:docMk/>
            <pc:sldMk cId="3043761798" sldId="258"/>
            <ac:spMk id="3" creationId="{E3E57557-BEF7-6E8C-CE73-EAB6DE8994B6}"/>
          </ac:spMkLst>
        </pc:spChg>
      </pc:sldChg>
      <pc:sldChg chg="modSp mod">
        <pc:chgData name="Amirtha Varshini S" userId="917ef01328e817d8" providerId="LiveId" clId="{BADF11E7-79EE-45C6-92DF-67E89CC5EA50}" dt="2026-08-23T15:37:53.406" v="260" actId="113"/>
        <pc:sldMkLst>
          <pc:docMk/>
          <pc:sldMk cId="265896693" sldId="259"/>
        </pc:sldMkLst>
        <pc:spChg chg="mod">
          <ac:chgData name="Amirtha Varshini S" userId="917ef01328e817d8" providerId="LiveId" clId="{BADF11E7-79EE-45C6-92DF-67E89CC5EA50}" dt="2026-08-23T15:37:53.406" v="260" actId="113"/>
          <ac:spMkLst>
            <pc:docMk/>
            <pc:sldMk cId="265896693" sldId="259"/>
            <ac:spMk id="3" creationId="{0943D1A7-18FB-5D5D-310F-32B60ED6275D}"/>
          </ac:spMkLst>
        </pc:spChg>
      </pc:sldChg>
      <pc:sldChg chg="modSp mod">
        <pc:chgData name="Amirtha Varshini S" userId="917ef01328e817d8" providerId="LiveId" clId="{BADF11E7-79EE-45C6-92DF-67E89CC5EA50}" dt="2026-08-23T10:03:23.477" v="36" actId="14100"/>
        <pc:sldMkLst>
          <pc:docMk/>
          <pc:sldMk cId="2573796731" sldId="260"/>
        </pc:sldMkLst>
        <pc:spChg chg="mod">
          <ac:chgData name="Amirtha Varshini S" userId="917ef01328e817d8" providerId="LiveId" clId="{BADF11E7-79EE-45C6-92DF-67E89CC5EA50}" dt="2026-08-23T10:02:35.975" v="21" actId="1076"/>
          <ac:spMkLst>
            <pc:docMk/>
            <pc:sldMk cId="2573796731" sldId="260"/>
            <ac:spMk id="2" creationId="{89874EE5-33E8-EC0B-4385-57C1D01AA61E}"/>
          </ac:spMkLst>
        </pc:spChg>
        <pc:spChg chg="mod">
          <ac:chgData name="Amirtha Varshini S" userId="917ef01328e817d8" providerId="LiveId" clId="{BADF11E7-79EE-45C6-92DF-67E89CC5EA50}" dt="2026-08-23T10:03:23.477" v="36" actId="14100"/>
          <ac:spMkLst>
            <pc:docMk/>
            <pc:sldMk cId="2573796731" sldId="260"/>
            <ac:spMk id="3" creationId="{F01FB834-AA57-4312-2EC4-0EA04800CB97}"/>
          </ac:spMkLst>
        </pc:spChg>
      </pc:sldChg>
      <pc:sldChg chg="addSp delSp modSp del mod">
        <pc:chgData name="Amirtha Varshini S" userId="917ef01328e817d8" providerId="LiveId" clId="{BADF11E7-79EE-45C6-92DF-67E89CC5EA50}" dt="2026-08-23T15:40:03.935" v="293" actId="47"/>
        <pc:sldMkLst>
          <pc:docMk/>
          <pc:sldMk cId="2259362130" sldId="261"/>
        </pc:sldMkLst>
        <pc:spChg chg="del">
          <ac:chgData name="Amirtha Varshini S" userId="917ef01328e817d8" providerId="LiveId" clId="{BADF11E7-79EE-45C6-92DF-67E89CC5EA50}" dt="2026-08-23T14:43:48.631" v="43" actId="478"/>
          <ac:spMkLst>
            <pc:docMk/>
            <pc:sldMk cId="2259362130" sldId="261"/>
            <ac:spMk id="2" creationId="{4715D704-A849-EB80-7224-E3DDB4ADF8C5}"/>
          </ac:spMkLst>
        </pc:spChg>
        <pc:spChg chg="del">
          <ac:chgData name="Amirtha Varshini S" userId="917ef01328e817d8" providerId="LiveId" clId="{BADF11E7-79EE-45C6-92DF-67E89CC5EA50}" dt="2026-08-23T14:43:53.244" v="44" actId="478"/>
          <ac:spMkLst>
            <pc:docMk/>
            <pc:sldMk cId="2259362130" sldId="261"/>
            <ac:spMk id="3" creationId="{064F216B-EB4A-D307-A8FF-6FE6E6901676}"/>
          </ac:spMkLst>
        </pc:spChg>
        <pc:picChg chg="add del mod">
          <ac:chgData name="Amirtha Varshini S" userId="917ef01328e817d8" providerId="LiveId" clId="{BADF11E7-79EE-45C6-92DF-67E89CC5EA50}" dt="2026-08-23T15:39:18.910" v="278" actId="21"/>
          <ac:picMkLst>
            <pc:docMk/>
            <pc:sldMk cId="2259362130" sldId="261"/>
            <ac:picMk id="5" creationId="{F35CAA03-56F1-676D-96DD-C61063430237}"/>
          </ac:picMkLst>
        </pc:picChg>
        <pc:picChg chg="add del mod">
          <ac:chgData name="Amirtha Varshini S" userId="917ef01328e817d8" providerId="LiveId" clId="{BADF11E7-79EE-45C6-92DF-67E89CC5EA50}" dt="2026-08-23T15:39:48.037" v="288" actId="21"/>
          <ac:picMkLst>
            <pc:docMk/>
            <pc:sldMk cId="2259362130" sldId="261"/>
            <ac:picMk id="7" creationId="{F6AF3929-4B06-43FA-FD9F-E20400542460}"/>
          </ac:picMkLst>
        </pc:picChg>
      </pc:sldChg>
      <pc:sldChg chg="addSp delSp modSp del mod">
        <pc:chgData name="Amirtha Varshini S" userId="917ef01328e817d8" providerId="LiveId" clId="{BADF11E7-79EE-45C6-92DF-67E89CC5EA50}" dt="2026-08-23T15:42:19.410" v="325" actId="47"/>
        <pc:sldMkLst>
          <pc:docMk/>
          <pc:sldMk cId="4049392075" sldId="262"/>
        </pc:sldMkLst>
        <pc:spChg chg="del">
          <ac:chgData name="Amirtha Varshini S" userId="917ef01328e817d8" providerId="LiveId" clId="{BADF11E7-79EE-45C6-92DF-67E89CC5EA50}" dt="2026-08-23T15:07:38.807" v="82" actId="478"/>
          <ac:spMkLst>
            <pc:docMk/>
            <pc:sldMk cId="4049392075" sldId="262"/>
            <ac:spMk id="2" creationId="{279C83F6-88E9-21DE-5D54-F8A1A81C953F}"/>
          </ac:spMkLst>
        </pc:spChg>
        <pc:spChg chg="del">
          <ac:chgData name="Amirtha Varshini S" userId="917ef01328e817d8" providerId="LiveId" clId="{BADF11E7-79EE-45C6-92DF-67E89CC5EA50}" dt="2026-08-23T15:07:40.718" v="83" actId="478"/>
          <ac:spMkLst>
            <pc:docMk/>
            <pc:sldMk cId="4049392075" sldId="262"/>
            <ac:spMk id="3" creationId="{23926333-7E76-DF93-9935-D16C065481C9}"/>
          </ac:spMkLst>
        </pc:spChg>
        <pc:picChg chg="add mod">
          <ac:chgData name="Amirtha Varshini S" userId="917ef01328e817d8" providerId="LiveId" clId="{BADF11E7-79EE-45C6-92DF-67E89CC5EA50}" dt="2026-08-23T15:07:45.400" v="86" actId="1076"/>
          <ac:picMkLst>
            <pc:docMk/>
            <pc:sldMk cId="4049392075" sldId="262"/>
            <ac:picMk id="5" creationId="{9845CEC3-1122-9C29-6BCC-8D5D16D6C07A}"/>
          </ac:picMkLst>
        </pc:picChg>
        <pc:picChg chg="add mod">
          <ac:chgData name="Amirtha Varshini S" userId="917ef01328e817d8" providerId="LiveId" clId="{BADF11E7-79EE-45C6-92DF-67E89CC5EA50}" dt="2026-08-23T15:08:03.889" v="89" actId="14100"/>
          <ac:picMkLst>
            <pc:docMk/>
            <pc:sldMk cId="4049392075" sldId="262"/>
            <ac:picMk id="7" creationId="{CB57E776-B223-D01E-1B40-FD19F7303E3E}"/>
          </ac:picMkLst>
        </pc:picChg>
      </pc:sldChg>
      <pc:sldChg chg="addSp modSp mod">
        <pc:chgData name="Amirtha Varshini S" userId="917ef01328e817d8" providerId="LiveId" clId="{BADF11E7-79EE-45C6-92DF-67E89CC5EA50}" dt="2026-08-23T15:35:44.026" v="257" actId="113"/>
        <pc:sldMkLst>
          <pc:docMk/>
          <pc:sldMk cId="484150626" sldId="263"/>
        </pc:sldMkLst>
        <pc:spChg chg="mod">
          <ac:chgData name="Amirtha Varshini S" userId="917ef01328e817d8" providerId="LiveId" clId="{BADF11E7-79EE-45C6-92DF-67E89CC5EA50}" dt="2026-08-23T15:35:44.026" v="257" actId="113"/>
          <ac:spMkLst>
            <pc:docMk/>
            <pc:sldMk cId="484150626" sldId="263"/>
            <ac:spMk id="3" creationId="{4BD039A8-4FC6-9538-17C6-2736777148A8}"/>
          </ac:spMkLst>
        </pc:spChg>
        <pc:spChg chg="add mod">
          <ac:chgData name="Amirtha Varshini S" userId="917ef01328e817d8" providerId="LiveId" clId="{BADF11E7-79EE-45C6-92DF-67E89CC5EA50}" dt="2026-08-23T10:04:23.889" v="42" actId="1076"/>
          <ac:spMkLst>
            <pc:docMk/>
            <pc:sldMk cId="484150626" sldId="263"/>
            <ac:spMk id="4" creationId="{17AB4EAC-C522-AE40-A99A-FBF27CD17AE5}"/>
          </ac:spMkLst>
        </pc:spChg>
      </pc:sldChg>
      <pc:sldChg chg="addSp delSp modSp add mod">
        <pc:chgData name="Amirtha Varshini S" userId="917ef01328e817d8" providerId="LiveId" clId="{BADF11E7-79EE-45C6-92DF-67E89CC5EA50}" dt="2026-08-23T15:42:14.836" v="324" actId="1076"/>
        <pc:sldMkLst>
          <pc:docMk/>
          <pc:sldMk cId="565431437" sldId="265"/>
        </pc:sldMkLst>
        <pc:picChg chg="add del mod">
          <ac:chgData name="Amirtha Varshini S" userId="917ef01328e817d8" providerId="LiveId" clId="{BADF11E7-79EE-45C6-92DF-67E89CC5EA50}" dt="2026-08-23T15:41:51.621" v="321" actId="14100"/>
          <ac:picMkLst>
            <pc:docMk/>
            <pc:sldMk cId="565431437" sldId="265"/>
            <ac:picMk id="3" creationId="{51869E88-E330-1608-2AAD-57C2C82AB038}"/>
          </ac:picMkLst>
        </pc:picChg>
        <pc:picChg chg="add mod">
          <ac:chgData name="Amirtha Varshini S" userId="917ef01328e817d8" providerId="LiveId" clId="{BADF11E7-79EE-45C6-92DF-67E89CC5EA50}" dt="2026-08-23T15:41:31.955" v="315" actId="14100"/>
          <ac:picMkLst>
            <pc:docMk/>
            <pc:sldMk cId="565431437" sldId="265"/>
            <ac:picMk id="5" creationId="{407F8DAA-935D-B264-0670-D2F171E64D2B}"/>
          </ac:picMkLst>
        </pc:picChg>
        <pc:picChg chg="add mod">
          <ac:chgData name="Amirtha Varshini S" userId="917ef01328e817d8" providerId="LiveId" clId="{BADF11E7-79EE-45C6-92DF-67E89CC5EA50}" dt="2026-08-23T15:42:14.836" v="324" actId="1076"/>
          <ac:picMkLst>
            <pc:docMk/>
            <pc:sldMk cId="565431437" sldId="265"/>
            <ac:picMk id="7" creationId="{0647F298-C956-C2B4-AC1E-CB901405183B}"/>
          </ac:picMkLst>
        </pc:picChg>
      </pc:sldChg>
      <pc:sldChg chg="addSp modSp add mod">
        <pc:chgData name="Amirtha Varshini S" userId="917ef01328e817d8" providerId="LiveId" clId="{BADF11E7-79EE-45C6-92DF-67E89CC5EA50}" dt="2026-08-23T15:41:13.241" v="309" actId="14100"/>
        <pc:sldMkLst>
          <pc:docMk/>
          <pc:sldMk cId="1723096882" sldId="266"/>
        </pc:sldMkLst>
        <pc:picChg chg="add mod">
          <ac:chgData name="Amirtha Varshini S" userId="917ef01328e817d8" providerId="LiveId" clId="{BADF11E7-79EE-45C6-92DF-67E89CC5EA50}" dt="2026-08-23T15:41:13.241" v="309" actId="14100"/>
          <ac:picMkLst>
            <pc:docMk/>
            <pc:sldMk cId="1723096882" sldId="266"/>
            <ac:picMk id="3" creationId="{C3826D9C-02A0-87FF-474F-8B709E5F566B}"/>
          </ac:picMkLst>
        </pc:picChg>
        <pc:picChg chg="add mod">
          <ac:chgData name="Amirtha Varshini S" userId="917ef01328e817d8" providerId="LiveId" clId="{BADF11E7-79EE-45C6-92DF-67E89CC5EA50}" dt="2026-08-23T15:40:31.034" v="297" actId="14100"/>
          <ac:picMkLst>
            <pc:docMk/>
            <pc:sldMk cId="1723096882" sldId="266"/>
            <ac:picMk id="5" creationId="{2812C1E9-15AE-E2D5-F664-F6B18F56BB1A}"/>
          </ac:picMkLst>
        </pc:picChg>
      </pc:sldChg>
      <pc:sldChg chg="addSp delSp modSp new mod">
        <pc:chgData name="Amirtha Varshini S" userId="917ef01328e817d8" providerId="LiveId" clId="{BADF11E7-79EE-45C6-92DF-67E89CC5EA50}" dt="2026-08-23T15:39:05.207" v="275" actId="1076"/>
        <pc:sldMkLst>
          <pc:docMk/>
          <pc:sldMk cId="2989469895" sldId="267"/>
        </pc:sldMkLst>
        <pc:spChg chg="del">
          <ac:chgData name="Amirtha Varshini S" userId="917ef01328e817d8" providerId="LiveId" clId="{BADF11E7-79EE-45C6-92DF-67E89CC5EA50}" dt="2026-08-23T14:55:02.839" v="62" actId="478"/>
          <ac:spMkLst>
            <pc:docMk/>
            <pc:sldMk cId="2989469895" sldId="267"/>
            <ac:spMk id="2" creationId="{9AF0E7F2-38FE-26D0-F54E-383707607384}"/>
          </ac:spMkLst>
        </pc:spChg>
        <pc:spChg chg="del">
          <ac:chgData name="Amirtha Varshini S" userId="917ef01328e817d8" providerId="LiveId" clId="{BADF11E7-79EE-45C6-92DF-67E89CC5EA50}" dt="2026-08-23T14:55:05.705" v="63" actId="478"/>
          <ac:spMkLst>
            <pc:docMk/>
            <pc:sldMk cId="2989469895" sldId="267"/>
            <ac:spMk id="3" creationId="{6BBBDCF4-776E-025B-360C-DFB6E374CD52}"/>
          </ac:spMkLst>
        </pc:spChg>
        <pc:picChg chg="add mod">
          <ac:chgData name="Amirtha Varshini S" userId="917ef01328e817d8" providerId="LiveId" clId="{BADF11E7-79EE-45C6-92DF-67E89CC5EA50}" dt="2026-08-23T15:39:02.250" v="274" actId="1076"/>
          <ac:picMkLst>
            <pc:docMk/>
            <pc:sldMk cId="2989469895" sldId="267"/>
            <ac:picMk id="5" creationId="{AE064031-3124-CECE-8A28-40D609BBEAD9}"/>
          </ac:picMkLst>
        </pc:picChg>
        <pc:picChg chg="add mod">
          <ac:chgData name="Amirtha Varshini S" userId="917ef01328e817d8" providerId="LiveId" clId="{BADF11E7-79EE-45C6-92DF-67E89CC5EA50}" dt="2026-08-23T15:39:05.207" v="275" actId="1076"/>
          <ac:picMkLst>
            <pc:docMk/>
            <pc:sldMk cId="2989469895" sldId="267"/>
            <ac:picMk id="7" creationId="{86912F88-1B12-05DC-7653-E3D8D32F26C7}"/>
          </ac:picMkLst>
        </pc:picChg>
        <pc:picChg chg="add mod">
          <ac:chgData name="Amirtha Varshini S" userId="917ef01328e817d8" providerId="LiveId" clId="{BADF11E7-79EE-45C6-92DF-67E89CC5EA50}" dt="2026-08-23T15:38:39.407" v="268" actId="14100"/>
          <ac:picMkLst>
            <pc:docMk/>
            <pc:sldMk cId="2989469895" sldId="267"/>
            <ac:picMk id="9" creationId="{0E488AB2-4380-8154-1C7F-9D7C98F4BDF9}"/>
          </ac:picMkLst>
        </pc:picChg>
        <pc:picChg chg="add mod">
          <ac:chgData name="Amirtha Varshini S" userId="917ef01328e817d8" providerId="LiveId" clId="{BADF11E7-79EE-45C6-92DF-67E89CC5EA50}" dt="2026-08-23T15:38:56.865" v="273" actId="14100"/>
          <ac:picMkLst>
            <pc:docMk/>
            <pc:sldMk cId="2989469895" sldId="267"/>
            <ac:picMk id="11" creationId="{E5B70A07-501D-296F-848A-9035564CA91E}"/>
          </ac:picMkLst>
        </pc:picChg>
      </pc:sldChg>
      <pc:sldChg chg="addSp delSp modSp new mod">
        <pc:chgData name="Amirtha Varshini S" userId="917ef01328e817d8" providerId="LiveId" clId="{BADF11E7-79EE-45C6-92DF-67E89CC5EA50}" dt="2026-08-23T15:39:59.522" v="292" actId="14100"/>
        <pc:sldMkLst>
          <pc:docMk/>
          <pc:sldMk cId="2314908870" sldId="268"/>
        </pc:sldMkLst>
        <pc:spChg chg="del">
          <ac:chgData name="Amirtha Varshini S" userId="917ef01328e817d8" providerId="LiveId" clId="{BADF11E7-79EE-45C6-92DF-67E89CC5EA50}" dt="2026-08-23T15:03:36.079" v="77" actId="478"/>
          <ac:spMkLst>
            <pc:docMk/>
            <pc:sldMk cId="2314908870" sldId="268"/>
            <ac:spMk id="2" creationId="{12AFC436-5839-D5CF-4895-A67DC2BE810D}"/>
          </ac:spMkLst>
        </pc:spChg>
        <pc:spChg chg="del">
          <ac:chgData name="Amirtha Varshini S" userId="917ef01328e817d8" providerId="LiveId" clId="{BADF11E7-79EE-45C6-92DF-67E89CC5EA50}" dt="2026-08-23T15:03:38.079" v="78" actId="478"/>
          <ac:spMkLst>
            <pc:docMk/>
            <pc:sldMk cId="2314908870" sldId="268"/>
            <ac:spMk id="3" creationId="{7E6F1076-C070-ECC1-0D0C-F1A43D4F94AB}"/>
          </ac:spMkLst>
        </pc:spChg>
        <pc:picChg chg="add mod">
          <ac:chgData name="Amirtha Varshini S" userId="917ef01328e817d8" providerId="LiveId" clId="{BADF11E7-79EE-45C6-92DF-67E89CC5EA50}" dt="2026-08-23T15:39:39.311" v="285" actId="14100"/>
          <ac:picMkLst>
            <pc:docMk/>
            <pc:sldMk cId="2314908870" sldId="268"/>
            <ac:picMk id="5" creationId="{9D87ACBF-F4FF-D02B-25E8-110AB584B1F0}"/>
          </ac:picMkLst>
        </pc:picChg>
        <pc:picChg chg="add mod">
          <ac:chgData name="Amirtha Varshini S" userId="917ef01328e817d8" providerId="LiveId" clId="{BADF11E7-79EE-45C6-92DF-67E89CC5EA50}" dt="2026-08-23T15:39:55.532" v="291" actId="14100"/>
          <ac:picMkLst>
            <pc:docMk/>
            <pc:sldMk cId="2314908870" sldId="268"/>
            <ac:picMk id="7" creationId="{19F5B168-2F5B-4146-01D5-FA80AA883F47}"/>
          </ac:picMkLst>
        </pc:picChg>
        <pc:picChg chg="add mod">
          <ac:chgData name="Amirtha Varshini S" userId="917ef01328e817d8" providerId="LiveId" clId="{BADF11E7-79EE-45C6-92DF-67E89CC5EA50}" dt="2026-08-23T15:39:59.522" v="292" actId="14100"/>
          <ac:picMkLst>
            <pc:docMk/>
            <pc:sldMk cId="2314908870" sldId="268"/>
            <ac:picMk id="9" creationId="{AC4E0910-A3EA-7D71-E3E8-A84EF7D46BA5}"/>
          </ac:picMkLst>
        </pc:picChg>
      </pc:sldChg>
      <pc:sldChg chg="modSp new mod">
        <pc:chgData name="Amirtha Varshini S" userId="917ef01328e817d8" providerId="LiveId" clId="{BADF11E7-79EE-45C6-92DF-67E89CC5EA50}" dt="2026-08-23T15:23:36.581" v="193" actId="12"/>
        <pc:sldMkLst>
          <pc:docMk/>
          <pc:sldMk cId="1253537159" sldId="269"/>
        </pc:sldMkLst>
        <pc:spChg chg="mod">
          <ac:chgData name="Amirtha Varshini S" userId="917ef01328e817d8" providerId="LiveId" clId="{BADF11E7-79EE-45C6-92DF-67E89CC5EA50}" dt="2026-08-23T15:22:35.612" v="170" actId="1076"/>
          <ac:spMkLst>
            <pc:docMk/>
            <pc:sldMk cId="1253537159" sldId="269"/>
            <ac:spMk id="2" creationId="{8C92973A-0C1F-2C8C-6755-B9ECE95B5D36}"/>
          </ac:spMkLst>
        </pc:spChg>
        <pc:spChg chg="mod">
          <ac:chgData name="Amirtha Varshini S" userId="917ef01328e817d8" providerId="LiveId" clId="{BADF11E7-79EE-45C6-92DF-67E89CC5EA50}" dt="2026-08-23T15:23:36.581" v="193" actId="12"/>
          <ac:spMkLst>
            <pc:docMk/>
            <pc:sldMk cId="1253537159" sldId="269"/>
            <ac:spMk id="3" creationId="{0DBD4CE8-B316-3087-88EF-3EFF7AAEE192}"/>
          </ac:spMkLst>
        </pc:spChg>
      </pc:sldChg>
      <pc:sldChg chg="modSp new mod">
        <pc:chgData name="Amirtha Varshini S" userId="917ef01328e817d8" providerId="LiveId" clId="{BADF11E7-79EE-45C6-92DF-67E89CC5EA50}" dt="2026-08-23T15:26:16.775" v="250" actId="255"/>
        <pc:sldMkLst>
          <pc:docMk/>
          <pc:sldMk cId="3956141306" sldId="270"/>
        </pc:sldMkLst>
        <pc:spChg chg="mod">
          <ac:chgData name="Amirtha Varshini S" userId="917ef01328e817d8" providerId="LiveId" clId="{BADF11E7-79EE-45C6-92DF-67E89CC5EA50}" dt="2026-08-23T15:24:19.349" v="197" actId="1076"/>
          <ac:spMkLst>
            <pc:docMk/>
            <pc:sldMk cId="3956141306" sldId="270"/>
            <ac:spMk id="2" creationId="{F15022B7-6EB5-7347-441C-D576F3BB9ECE}"/>
          </ac:spMkLst>
        </pc:spChg>
        <pc:spChg chg="mod">
          <ac:chgData name="Amirtha Varshini S" userId="917ef01328e817d8" providerId="LiveId" clId="{BADF11E7-79EE-45C6-92DF-67E89CC5EA50}" dt="2026-08-23T15:26:16.775" v="250" actId="255"/>
          <ac:spMkLst>
            <pc:docMk/>
            <pc:sldMk cId="3956141306" sldId="270"/>
            <ac:spMk id="3" creationId="{EC8C0377-0999-C7EE-3AD2-E2A53DD71A64}"/>
          </ac:spMkLst>
        </pc:spChg>
      </pc:sldChg>
      <pc:sldChg chg="delSp modSp new mod">
        <pc:chgData name="Amirtha Varshini S" userId="917ef01328e817d8" providerId="LiveId" clId="{BADF11E7-79EE-45C6-92DF-67E89CC5EA50}" dt="2026-08-23T15:24:36.406" v="209" actId="1076"/>
        <pc:sldMkLst>
          <pc:docMk/>
          <pc:sldMk cId="370087325" sldId="271"/>
        </pc:sldMkLst>
        <pc:spChg chg="mod">
          <ac:chgData name="Amirtha Varshini S" userId="917ef01328e817d8" providerId="LiveId" clId="{BADF11E7-79EE-45C6-92DF-67E89CC5EA50}" dt="2026-08-23T15:24:36.406" v="209" actId="1076"/>
          <ac:spMkLst>
            <pc:docMk/>
            <pc:sldMk cId="370087325" sldId="271"/>
            <ac:spMk id="2" creationId="{2A8778BF-EC2C-5320-A55B-50997BAAD5AA}"/>
          </ac:spMkLst>
        </pc:spChg>
        <pc:spChg chg="del">
          <ac:chgData name="Amirtha Varshini S" userId="917ef01328e817d8" providerId="LiveId" clId="{BADF11E7-79EE-45C6-92DF-67E89CC5EA50}" dt="2026-08-23T15:24:23.194" v="198" actId="478"/>
          <ac:spMkLst>
            <pc:docMk/>
            <pc:sldMk cId="370087325" sldId="271"/>
            <ac:spMk id="3" creationId="{A47CC064-0955-2CB1-172F-590CEA95C1E5}"/>
          </ac:spMkLst>
        </pc:spChg>
      </pc:sldChg>
      <pc:sldChg chg="modSp new mod">
        <pc:chgData name="Amirtha Varshini S" userId="917ef01328e817d8" providerId="LiveId" clId="{BADF11E7-79EE-45C6-92DF-67E89CC5EA50}" dt="2026-08-23T16:49:26.404" v="327" actId="20577"/>
        <pc:sldMkLst>
          <pc:docMk/>
          <pc:sldMk cId="1498643648" sldId="272"/>
        </pc:sldMkLst>
        <pc:spChg chg="mod">
          <ac:chgData name="Amirtha Varshini S" userId="917ef01328e817d8" providerId="LiveId" clId="{BADF11E7-79EE-45C6-92DF-67E89CC5EA50}" dt="2026-08-23T16:49:26.404" v="327" actId="20577"/>
          <ac:spMkLst>
            <pc:docMk/>
            <pc:sldMk cId="1498643648" sldId="272"/>
            <ac:spMk id="2" creationId="{2EBB9B0B-8B6E-1282-2726-41073F1A3EED}"/>
          </ac:spMkLst>
        </pc:spChg>
        <pc:spChg chg="mod">
          <ac:chgData name="Amirtha Varshini S" userId="917ef01328e817d8" providerId="LiveId" clId="{BADF11E7-79EE-45C6-92DF-67E89CC5EA50}" dt="2026-08-23T15:22:08.514" v="167" actId="27636"/>
          <ac:spMkLst>
            <pc:docMk/>
            <pc:sldMk cId="1498643648" sldId="272"/>
            <ac:spMk id="3" creationId="{7474EAC9-EBB8-98BC-6105-C9551B87F2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789B9-CAD7-4442-A8BE-CDC72A386B1E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E84BD-DFB3-4599-A4FF-5AA451D97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9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E84BD-DFB3-4599-A4FF-5AA451D97C0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945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E84BD-DFB3-4599-A4FF-5AA451D97C0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94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E84BD-DFB3-4599-A4FF-5AA451D97C0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358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010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418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129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13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5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78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13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0449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0049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2780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06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998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27637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436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83837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641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930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099109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44068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11429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30662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390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507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123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13749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578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21687C6B-DE47-4DFE-83DA-5850113C32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212D91C4-03C3-4453-80F3-FBD36F326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7948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  <p:sldLayoutId id="2147483821" r:id="rId18"/>
    <p:sldLayoutId id="2147483822" r:id="rId19"/>
    <p:sldLayoutId id="2147483823" r:id="rId20"/>
    <p:sldLayoutId id="2147483824" r:id="rId21"/>
    <p:sldLayoutId id="2147483825" r:id="rId22"/>
    <p:sldLayoutId id="2147483826" r:id="rId23"/>
    <p:sldLayoutId id="2147483827" r:id="rId24"/>
    <p:sldLayoutId id="2147483828" r:id="rId25"/>
    <p:sldLayoutId id="2147483829" r:id="rId26"/>
    <p:sldLayoutId id="2147483830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irtha-2025/AI-Trust-Platfor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376DCD-E8BF-D1D2-B0E9-204463914CD9}"/>
              </a:ext>
            </a:extLst>
          </p:cNvPr>
          <p:cNvSpPr/>
          <p:nvPr/>
        </p:nvSpPr>
        <p:spPr>
          <a:xfrm>
            <a:off x="3386860" y="2967335"/>
            <a:ext cx="54182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AI Trust Platform</a:t>
            </a:r>
          </a:p>
        </p:txBody>
      </p:sp>
    </p:spTree>
    <p:extLst>
      <p:ext uri="{BB962C8B-B14F-4D97-AF65-F5344CB8AC3E}">
        <p14:creationId xmlns:p14="http://schemas.microsoft.com/office/powerpoint/2010/main" val="250488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8AF6-9CBC-E29D-DAAA-533A162D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503228"/>
            <a:ext cx="9942409" cy="1044618"/>
          </a:xfrm>
        </p:spPr>
        <p:txBody>
          <a:bodyPr/>
          <a:lstStyle/>
          <a:p>
            <a:r>
              <a:rPr lang="en-IN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AI TRUST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039A8-4FC6-9538-17C6-273677714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76" y="1208971"/>
            <a:ext cx="9942409" cy="4763523"/>
          </a:xfrm>
        </p:spPr>
        <p:txBody>
          <a:bodyPr/>
          <a:lstStyle/>
          <a:p>
            <a:r>
              <a:rPr lang="en-IN" sz="1800" b="1" dirty="0"/>
              <a:t>Real-Time Trust, Safety &amp; Governance for AI Systems</a:t>
            </a:r>
          </a:p>
          <a:p>
            <a:r>
              <a:rPr lang="en-IN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Detect • Assess • Audit • Test • Govern</a:t>
            </a:r>
          </a:p>
          <a:p>
            <a:endParaRPr lang="en-IN" sz="1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Track:</a:t>
            </a:r>
            <a:r>
              <a:rPr lang="en-IN" sz="1600" dirty="0"/>
              <a:t> Trust, Safety &amp; Governance</a:t>
            </a:r>
            <a:br>
              <a:rPr lang="en-IN" sz="1600" dirty="0"/>
            </a:br>
            <a:r>
              <a:rPr lang="en-IN" sz="1600" b="1" dirty="0"/>
              <a:t>Hackathon:</a:t>
            </a:r>
            <a:r>
              <a:rPr lang="en-IN" sz="1600" dirty="0"/>
              <a:t> </a:t>
            </a:r>
            <a:r>
              <a:rPr lang="en-IN" sz="1600" dirty="0" err="1"/>
              <a:t>Exasol</a:t>
            </a:r>
            <a:r>
              <a:rPr lang="en-IN" sz="1600" dirty="0"/>
              <a:t> AI Build Challenge 2026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Powered by </a:t>
            </a:r>
            <a:r>
              <a:rPr lang="en-IN" sz="1600" dirty="0" err="1"/>
              <a:t>Exasol</a:t>
            </a:r>
            <a:r>
              <a:rPr lang="en-IN" sz="1600" dirty="0"/>
              <a:t> Personal on Microsoft Azure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Team Name: </a:t>
            </a:r>
            <a:r>
              <a:rPr lang="en-IN" sz="1600" dirty="0"/>
              <a:t>Caffeine </a:t>
            </a:r>
            <a:r>
              <a:rPr lang="en-IN" sz="1600" dirty="0" err="1"/>
              <a:t>Overloaders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Team Lead: </a:t>
            </a:r>
            <a:r>
              <a:rPr lang="en-IN" sz="1600" dirty="0" err="1"/>
              <a:t>S.Amirtha</a:t>
            </a:r>
            <a:r>
              <a:rPr lang="en-IN" sz="1600" dirty="0"/>
              <a:t> Varshini </a:t>
            </a:r>
            <a:br>
              <a:rPr lang="en-IN" sz="1600" dirty="0"/>
            </a:br>
            <a:r>
              <a:rPr lang="en-IN" sz="1600" b="1" dirty="0"/>
              <a:t>Team Members:</a:t>
            </a:r>
            <a:r>
              <a:rPr lang="en-IN" sz="1600" dirty="0"/>
              <a:t>  • Hansini S • Krishna Krupa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GitHub: </a:t>
            </a:r>
            <a:r>
              <a:rPr lang="en-IN" sz="1600" dirty="0">
                <a:hlinkClick r:id="rId3"/>
              </a:rPr>
              <a:t>https://github.com/amirtha-2025/AI-Trust-Platform</a:t>
            </a:r>
            <a:endParaRPr lang="en-IN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AB4EAC-C522-AE40-A99A-FBF27CD17AE5}"/>
              </a:ext>
            </a:extLst>
          </p:cNvPr>
          <p:cNvSpPr txBox="1">
            <a:spLocks/>
          </p:cNvSpPr>
          <p:nvPr/>
        </p:nvSpPr>
        <p:spPr>
          <a:xfrm>
            <a:off x="361072" y="1163840"/>
            <a:ext cx="10685371" cy="4677606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15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F0F9E-A0B8-8533-4068-7C32FCDEA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48" y="368216"/>
            <a:ext cx="11325260" cy="1136672"/>
          </a:xfrm>
        </p:spPr>
        <p:txBody>
          <a:bodyPr/>
          <a:lstStyle/>
          <a:p>
            <a:r>
              <a:rPr lang="en-IN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What security/governance problem exists with AI agents?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A8104-6CCF-C000-3A7C-1FFDCFBF4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07" y="1264204"/>
            <a:ext cx="10745901" cy="4677606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>
            <a:r>
              <a:rPr lang="en-IN" sz="1800" b="1" dirty="0"/>
              <a:t>AI systems lack continuous trust &amp; safety oversight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Unsafe Prompts</a:t>
            </a:r>
            <a:r>
              <a:rPr lang="en-IN" dirty="0"/>
              <a:t> — Prompt injections, jailbreaks and sensitive-data requests can manipulate AI systems.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Unclear Risk Levels</a:t>
            </a:r>
            <a:r>
              <a:rPr lang="en-IN" dirty="0"/>
              <a:t> — Organizations need a way to identify and score risky AI interactions.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Poor Decision Traceability</a:t>
            </a:r>
            <a:r>
              <a:rPr lang="en-IN" dirty="0"/>
              <a:t> — AI security decisions need an auditable record for accountability.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Untested Guardrails</a:t>
            </a:r>
            <a:r>
              <a:rPr lang="en-IN" dirty="0"/>
              <a:t> — Security controls need continuous red-team validation.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Limited Visibility</a:t>
            </a:r>
            <a:r>
              <a:rPr lang="en-IN" dirty="0"/>
              <a:t> — Teams need one place to monitor </a:t>
            </a:r>
            <a:r>
              <a:rPr lang="en-IN" b="1" dirty="0"/>
              <a:t>Safe, Suspicious and Blocked</a:t>
            </a:r>
            <a:r>
              <a:rPr lang="en-IN" dirty="0"/>
              <a:t> interactions.</a:t>
            </a:r>
          </a:p>
          <a:p>
            <a:pPr lvl="0"/>
            <a:endParaRPr lang="en-IN" dirty="0"/>
          </a:p>
          <a:p>
            <a:r>
              <a:rPr lang="en-IN" sz="1800" b="1" dirty="0"/>
              <a:t>Need - </a:t>
            </a:r>
            <a:r>
              <a:rPr lang="en-IN" b="1" dirty="0"/>
              <a:t>A unified platform that detects AI threats, scores risk, audits decisions, continuously tests guardrails, and provides centralized governance visibility</a:t>
            </a:r>
            <a:r>
              <a:rPr lang="en-IN" sz="1800" b="1" dirty="0"/>
              <a:t>.</a:t>
            </a:r>
            <a:endParaRPr lang="en-IN" sz="1800" dirty="0"/>
          </a:p>
          <a:p>
            <a:pPr lvl="0"/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71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4C78-2B76-5C7A-0AEF-4FC4F7D7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368215"/>
            <a:ext cx="9942409" cy="1173494"/>
          </a:xfrm>
        </p:spPr>
        <p:txBody>
          <a:bodyPr/>
          <a:lstStyle/>
          <a:p>
            <a:r>
              <a:rPr lang="en-IN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What your platform does?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7557-BEF7-6E8C-CE73-EAB6DE899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155" y="1276478"/>
            <a:ext cx="9942409" cy="4597826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>
            <a:r>
              <a:rPr lang="en-IN" sz="1800" b="1" u="sng" dirty="0"/>
              <a:t>AI Trust &amp; Safety Governance Platform</a:t>
            </a:r>
          </a:p>
          <a:p>
            <a:r>
              <a:rPr lang="en-IN" dirty="0"/>
              <a:t>A unified platform that protects, evaluates, and monitors AI interactions through four integrated modules:</a:t>
            </a:r>
          </a:p>
          <a:p>
            <a:r>
              <a:rPr lang="en-IN" dirty="0"/>
              <a:t>🛡️ </a:t>
            </a:r>
            <a:r>
              <a:rPr lang="en-IN" b="1" dirty="0"/>
              <a:t>AI Agent Firewall</a:t>
            </a:r>
            <a:r>
              <a:rPr lang="en-IN" dirty="0"/>
              <a:t> — Detects malicious and suspicious AI prompts using rule-based and semantic threat analysis.</a:t>
            </a:r>
          </a:p>
          <a:p>
            <a:r>
              <a:rPr lang="en-IN" dirty="0"/>
              <a:t>🔍 </a:t>
            </a:r>
            <a:r>
              <a:rPr lang="en-IN" b="1" dirty="0"/>
              <a:t>Decision Auditor</a:t>
            </a:r>
            <a:r>
              <a:rPr lang="en-IN" dirty="0"/>
              <a:t> — Records AI security decisions to provide traceability and accountability.</a:t>
            </a:r>
          </a:p>
          <a:p>
            <a:r>
              <a:rPr lang="en-IN" dirty="0"/>
              <a:t>🔴 </a:t>
            </a:r>
            <a:r>
              <a:rPr lang="en-IN" b="1" dirty="0"/>
              <a:t>Continuous Red Team</a:t>
            </a:r>
            <a:r>
              <a:rPr lang="en-IN" dirty="0"/>
              <a:t> — Continuously tests the firewall against adversarial and normal prompts.</a:t>
            </a:r>
          </a:p>
          <a:p>
            <a:r>
              <a:rPr lang="en-IN" dirty="0"/>
              <a:t>📊 </a:t>
            </a:r>
            <a:r>
              <a:rPr lang="en-IN" b="1" dirty="0"/>
              <a:t>Governance Dashboard</a:t>
            </a:r>
            <a:r>
              <a:rPr lang="en-IN" dirty="0"/>
              <a:t> — Provides centralized visibility into security events, risks, and guardrail performance.</a:t>
            </a:r>
          </a:p>
          <a:p>
            <a:endParaRPr lang="en-IN" sz="2000" b="1" u="sng" dirty="0"/>
          </a:p>
          <a:p>
            <a:r>
              <a:rPr lang="en-IN" sz="2000" b="1" u="sng" dirty="0"/>
              <a:t>Powered by </a:t>
            </a:r>
            <a:r>
              <a:rPr lang="en-IN" sz="2000" b="1" u="sng" dirty="0" err="1"/>
              <a:t>Exasol</a:t>
            </a:r>
            <a:r>
              <a:rPr lang="en-IN" sz="2000" b="1" u="sng" dirty="0"/>
              <a:t> Personal</a:t>
            </a:r>
          </a:p>
          <a:p>
            <a:r>
              <a:rPr lang="en-IN" dirty="0"/>
              <a:t>All security and governance events are centrally stored in </a:t>
            </a:r>
            <a:r>
              <a:rPr lang="en-IN" dirty="0" err="1"/>
              <a:t>Exasol</a:t>
            </a:r>
            <a:r>
              <a:rPr lang="en-IN" dirty="0"/>
              <a:t> Personal for monitoring and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761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2A0C-C591-7BBA-04CB-7239BD3D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59A3-A989-37D8-4F52-572AC4E03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625965"/>
            <a:ext cx="9942409" cy="791662"/>
          </a:xfrm>
        </p:spPr>
        <p:txBody>
          <a:bodyPr>
            <a:normAutofit/>
          </a:bodyPr>
          <a:lstStyle/>
          <a:p>
            <a:r>
              <a:rPr lang="en-US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r>
              <a:rPr lang="en-IN" b="1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ystem</a:t>
            </a:r>
            <a:r>
              <a:rPr lang="en-IN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4BE30E-2BD3-C6FC-AB1F-151AC061B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331" y="1465188"/>
            <a:ext cx="7718703" cy="514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78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2CA7-A4C0-0E21-0BB6-9745AB2C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419100"/>
            <a:ext cx="9942409" cy="791662"/>
          </a:xfrm>
        </p:spPr>
        <p:txBody>
          <a:bodyPr/>
          <a:lstStyle/>
          <a:p>
            <a:r>
              <a:rPr lang="en-IN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How AI Trust Platform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D1A7-18FB-5D5D-310F-32B60ED62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417627"/>
            <a:ext cx="10923872" cy="5021273"/>
          </a:xfrm>
          <a:ln>
            <a:solidFill>
              <a:schemeClr val="accent2">
                <a:lumMod val="75000"/>
              </a:schemeClr>
            </a:solidFill>
          </a:ln>
        </p:spPr>
        <p:txBody>
          <a:bodyPr>
            <a:normAutofit fontScale="925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endParaRPr lang="en-IN" sz="1500" b="1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u="sng" dirty="0"/>
              <a:t>AI Agent Firewall</a:t>
            </a:r>
            <a:br>
              <a:rPr lang="en-IN" dirty="0"/>
            </a:br>
            <a:r>
              <a:rPr lang="en-IN" dirty="0" err="1"/>
              <a:t>Analyzes</a:t>
            </a:r>
            <a:r>
              <a:rPr lang="en-IN" dirty="0"/>
              <a:t> incoming prompts using rule-based and semantic threat detection, identifies suspicious intent, calculates a risk score, and classifies requests as SAFE, SUSPICIOUS, or BLOCKED.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u="sng" dirty="0"/>
              <a:t>Decision Auditor</a:t>
            </a:r>
            <a:br>
              <a:rPr lang="en-IN" dirty="0"/>
            </a:br>
            <a:r>
              <a:rPr lang="en-IN" dirty="0"/>
              <a:t>Records AI decisions along with risk scores, detected threats, and security outcomes to provide traceability and accountability.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u="sng" dirty="0"/>
              <a:t>Continuous Red Teaming</a:t>
            </a:r>
            <a:br>
              <a:rPr lang="en-IN" dirty="0"/>
            </a:br>
            <a:r>
              <a:rPr lang="en-IN" dirty="0"/>
              <a:t>Tests the firewall against prompt injection, jailbreak, sensitive-data, and normal requests to continuously evaluate guardrail effectiveness.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 err="1"/>
              <a:t>Exasol</a:t>
            </a:r>
            <a:r>
              <a:rPr lang="en-IN" b="1" u="sng" dirty="0"/>
              <a:t> Personal on Azure</a:t>
            </a:r>
            <a:br>
              <a:rPr lang="en-IN" dirty="0"/>
            </a:br>
            <a:r>
              <a:rPr lang="en-IN" dirty="0"/>
              <a:t>Serves as the primary data platform, centrally storing firewall, audit, and red-team security events for governance, monitoring, and analysis.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u="sng" dirty="0"/>
              <a:t>Governance Dashboard</a:t>
            </a:r>
            <a:br>
              <a:rPr lang="en-IN" dirty="0"/>
            </a:br>
            <a:r>
              <a:rPr lang="en-IN" dirty="0"/>
              <a:t>Provides centralized visibility into Total Events, Safe, Suspicious, Blocked, and Red Team Pass Rate, along with recent security activity.</a:t>
            </a:r>
          </a:p>
          <a:p>
            <a:pPr algn="ctr"/>
            <a:endParaRPr lang="en-IN" sz="17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IN" sz="1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Detect → Assess → Audit → Store → Monitor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9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4EE5-33E8-EC0B-4385-57C1D01A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21" y="294571"/>
            <a:ext cx="9942409" cy="1011559"/>
          </a:xfrm>
        </p:spPr>
        <p:txBody>
          <a:bodyPr>
            <a:normAutofit/>
          </a:bodyPr>
          <a:lstStyle/>
          <a:p>
            <a:r>
              <a:rPr lang="en-IN" sz="2400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EXASOL PERSONAL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FB834-AA57-4312-2EC4-0EA04800C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07" y="795625"/>
            <a:ext cx="10598615" cy="5985664"/>
          </a:xfrm>
          <a:ln>
            <a:solidFill>
              <a:schemeClr val="accent2">
                <a:lumMod val="75000"/>
              </a:schemeClr>
            </a:solidFill>
          </a:ln>
        </p:spPr>
        <p:txBody>
          <a:bodyPr>
            <a:noAutofit/>
          </a:bodyPr>
          <a:lstStyle/>
          <a:p>
            <a:r>
              <a:rPr lang="en-IN" sz="1300" b="1" dirty="0" err="1"/>
              <a:t>Exasol</a:t>
            </a:r>
            <a:r>
              <a:rPr lang="en-IN" sz="1300" b="1" dirty="0"/>
              <a:t> Personal on Azure</a:t>
            </a:r>
            <a:r>
              <a:rPr lang="en-IN" sz="1300" dirty="0"/>
              <a:t> serves as the </a:t>
            </a:r>
            <a:r>
              <a:rPr lang="en-IN" sz="1300" b="1" dirty="0"/>
              <a:t>primary data platform</a:t>
            </a:r>
            <a:r>
              <a:rPr lang="en-IN" sz="1300" dirty="0"/>
              <a:t> for the AI Trust Platform.</a:t>
            </a:r>
          </a:p>
          <a:p>
            <a:endParaRPr lang="en-IN" sz="1300" dirty="0"/>
          </a:p>
          <a:p>
            <a:r>
              <a:rPr lang="en-IN" sz="1300" b="1" u="sng" dirty="0"/>
              <a:t>How It Works</a:t>
            </a:r>
            <a:endParaRPr lang="en-IN" sz="1300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Centralized Event Storage</a:t>
            </a:r>
            <a:r>
              <a:rPr lang="en-IN" sz="1300" dirty="0"/>
              <a:t> — Firewall, decision-audit, and red-team events are stored in the AI_TRUST.AI_SECURITY_EVENTS table.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Structured Security Data</a:t>
            </a:r>
            <a:r>
              <a:rPr lang="en-IN" sz="1300" dirty="0"/>
              <a:t> — Captures key information including timestamp, component, user input, security status, risk score, detected threats, and AI decision.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Python Integration</a:t>
            </a:r>
            <a:r>
              <a:rPr lang="en-IN" sz="1300" dirty="0"/>
              <a:t> — The </a:t>
            </a:r>
            <a:r>
              <a:rPr lang="en-IN" sz="1300" dirty="0" err="1"/>
              <a:t>Streamlit</a:t>
            </a:r>
            <a:r>
              <a:rPr lang="en-IN" sz="1300" dirty="0"/>
              <a:t> application connects directly to </a:t>
            </a:r>
            <a:r>
              <a:rPr lang="en-IN" sz="1300" dirty="0" err="1"/>
              <a:t>Exasol</a:t>
            </a:r>
            <a:r>
              <a:rPr lang="en-IN" sz="1300" dirty="0"/>
              <a:t> Personal using </a:t>
            </a:r>
            <a:r>
              <a:rPr lang="en-IN" sz="1300" dirty="0" err="1"/>
              <a:t>PyExasol</a:t>
            </a:r>
            <a:r>
              <a:rPr lang="en-IN" sz="13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Governance Analytics</a:t>
            </a:r>
            <a:r>
              <a:rPr lang="en-IN" sz="1300" dirty="0"/>
              <a:t> — Stored events power key dashboard metrics including Total Events, Safe, Suspicious, Blocked, and Red Team Pass Rate.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Persistent Audit Trail</a:t>
            </a:r>
            <a:r>
              <a:rPr lang="en-IN" sz="1300" dirty="0"/>
              <a:t> — Centralized event storage enables security decisions and test results to be reviewed and </a:t>
            </a:r>
            <a:r>
              <a:rPr lang="en-IN" sz="1300" dirty="0" err="1"/>
              <a:t>analyzed</a:t>
            </a:r>
            <a:endParaRPr lang="en-IN" sz="1300" dirty="0"/>
          </a:p>
          <a:p>
            <a:endParaRPr lang="en-IN" sz="1300" dirty="0"/>
          </a:p>
          <a:p>
            <a:r>
              <a:rPr lang="en-IN" sz="1300" b="1" u="sng" dirty="0"/>
              <a:t>Data Flow</a:t>
            </a:r>
          </a:p>
          <a:p>
            <a:pPr algn="ctr"/>
            <a:r>
              <a:rPr lang="en-IN" sz="1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Security Events → </a:t>
            </a:r>
            <a:r>
              <a:rPr lang="en-IN" sz="13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PyExasol</a:t>
            </a:r>
            <a:r>
              <a:rPr lang="en-IN" sz="1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→ </a:t>
            </a:r>
            <a:r>
              <a:rPr lang="en-IN" sz="13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Exasol</a:t>
            </a:r>
            <a:r>
              <a:rPr lang="en-IN" sz="1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Personal on Azure → Governance Dashboard</a:t>
            </a:r>
          </a:p>
          <a:p>
            <a:pPr algn="ctr"/>
            <a:endParaRPr lang="en-IN" sz="13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IN" sz="1300" b="1" u="sng" dirty="0"/>
              <a:t>Why </a:t>
            </a:r>
            <a:r>
              <a:rPr lang="en-IN" sz="1300" b="1" u="sng" dirty="0" err="1"/>
              <a:t>Exasol</a:t>
            </a:r>
            <a:r>
              <a:rPr lang="en-IN" sz="1300" b="1" u="sng" dirty="0"/>
              <a:t>?</a:t>
            </a:r>
          </a:p>
          <a:p>
            <a:r>
              <a:rPr lang="en-IN" sz="1300" b="1" dirty="0"/>
              <a:t>          </a:t>
            </a:r>
            <a:r>
              <a:rPr lang="en-IN" sz="1300" b="1" dirty="0" err="1"/>
              <a:t>Exasol</a:t>
            </a:r>
            <a:r>
              <a:rPr lang="en-IN" sz="1300" b="1" dirty="0"/>
              <a:t> transforms individual AI security events into centralized, </a:t>
            </a:r>
            <a:r>
              <a:rPr lang="en-IN" sz="1300" b="1" dirty="0" err="1"/>
              <a:t>queryable</a:t>
            </a:r>
            <a:r>
              <a:rPr lang="en-IN" sz="1300" b="1" dirty="0"/>
              <a:t> governance intelligence—enabling monitoring,            auditability, and risk visibility from a single data platform.</a:t>
            </a:r>
            <a:endParaRPr lang="en-IN" sz="1300" dirty="0"/>
          </a:p>
          <a:p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257379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9B0B-8B6E-1282-2726-41073F1A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613" y="400157"/>
            <a:ext cx="9942409" cy="876193"/>
          </a:xfrm>
        </p:spPr>
        <p:txBody>
          <a:bodyPr>
            <a:normAutofit/>
          </a:bodyPr>
          <a:lstStyle/>
          <a:p>
            <a:r>
              <a:rPr lang="en-IN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Technology </a:t>
            </a:r>
            <a:r>
              <a:rPr lang="en-IN" b="1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&amp; Implementation</a:t>
            </a:r>
            <a:endParaRPr lang="en-IN" b="1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4EAC9-EBB8-98BC-6105-C9551B87F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25" y="1460456"/>
            <a:ext cx="10316317" cy="4590539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Semantic Threat Detection</a:t>
            </a:r>
            <a:br>
              <a:rPr lang="en-IN" dirty="0"/>
            </a:br>
            <a:r>
              <a:rPr lang="en-IN" dirty="0"/>
              <a:t>Uses Sentence Transformers (all-MiniLM-L6-v2) to identify suspicious prompt intent beyond exact keyword matching.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Hybrid AI Firewall</a:t>
            </a:r>
            <a:br>
              <a:rPr lang="en-IN" dirty="0"/>
            </a:br>
            <a:r>
              <a:rPr lang="en-IN" dirty="0"/>
              <a:t>Combines rule-based security checks + semantic similarity analysis for threat detection and risk scoring.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Python &amp; </a:t>
            </a:r>
            <a:r>
              <a:rPr lang="en-IN" b="1" dirty="0" err="1"/>
              <a:t>Streamlit</a:t>
            </a:r>
            <a:br>
              <a:rPr lang="en-IN" dirty="0"/>
            </a:br>
            <a:r>
              <a:rPr lang="en-IN" dirty="0"/>
              <a:t>Power the security modules and interactive governance dashboard.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err="1"/>
              <a:t>PyExasol</a:t>
            </a:r>
            <a:br>
              <a:rPr lang="en-IN" dirty="0"/>
            </a:br>
            <a:r>
              <a:rPr lang="en-IN" dirty="0"/>
              <a:t>Connects the Python application directly to </a:t>
            </a:r>
            <a:r>
              <a:rPr lang="en-IN" dirty="0" err="1"/>
              <a:t>Exasol</a:t>
            </a:r>
            <a:r>
              <a:rPr lang="en-IN" dirty="0"/>
              <a:t> Personal.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err="1"/>
              <a:t>Exasol</a:t>
            </a:r>
            <a:r>
              <a:rPr lang="en-IN" b="1" dirty="0"/>
              <a:t> Personal on Azure</a:t>
            </a:r>
            <a:br>
              <a:rPr lang="en-IN" dirty="0"/>
            </a:br>
            <a:r>
              <a:rPr lang="en-IN" dirty="0"/>
              <a:t>Acts as the primary data platform for centralized AI security and governance event storage.</a:t>
            </a:r>
          </a:p>
        </p:txBody>
      </p:sp>
    </p:spTree>
    <p:extLst>
      <p:ext uri="{BB962C8B-B14F-4D97-AF65-F5344CB8AC3E}">
        <p14:creationId xmlns:p14="http://schemas.microsoft.com/office/powerpoint/2010/main" val="149864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064031-3124-CECE-8A28-40D609BBE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81" y="539964"/>
            <a:ext cx="5768698" cy="28092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12F88-1B12-05DC-7653-E3D8D32F2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39964"/>
            <a:ext cx="6016196" cy="2809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488AB2-4380-8154-1C7F-9D7C98F4B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81" y="3429000"/>
            <a:ext cx="5768698" cy="3298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B70A07-501D-296F-848A-9035564CA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6016196" cy="329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69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87ACBF-F4FF-D02B-25E8-110AB584B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9" y="600661"/>
            <a:ext cx="5984453" cy="3219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F5B168-2F5B-4146-01D5-FA80AA883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337" y="600661"/>
            <a:ext cx="5941089" cy="3219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4E0910-A3EA-7D71-E3E8-A84EF7D46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326" y="3981075"/>
            <a:ext cx="8870308" cy="262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08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032D4-17D8-431F-9806-A1D0BE10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26D9C-02A0-87FF-474F-8B709E5F5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41" y="123351"/>
            <a:ext cx="9745417" cy="3449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12C1E9-15AE-E2D5-F664-F6B18F56B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40" y="3772468"/>
            <a:ext cx="9745417" cy="284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96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88AB5-29DF-445D-BCCF-3E9C1794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869E88-E330-1608-2AAD-57C2C82AB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48" y="125180"/>
            <a:ext cx="5741134" cy="3051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7F8DAA-935D-B264-0670-D2F171E64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48" y="3410412"/>
            <a:ext cx="10750158" cy="3222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47F298-C956-C2B4-AC1E-CB9014051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720" y="2537389"/>
            <a:ext cx="5864266" cy="63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31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973A-0C1F-2C8C-6755-B9ECE95B5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303437"/>
            <a:ext cx="9942409" cy="876193"/>
          </a:xfrm>
        </p:spPr>
        <p:txBody>
          <a:bodyPr/>
          <a:lstStyle/>
          <a:p>
            <a:r>
              <a:rPr lang="en-IN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Impact &amp;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D4CE8-B316-3087-88EF-3EFF7AAEE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197" y="1179630"/>
            <a:ext cx="9942409" cy="43053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IN" b="1" dirty="0"/>
              <a:t>Turning AI Security Events into Actionable Governance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Proactive AI Security</a:t>
            </a:r>
            <a:r>
              <a:rPr lang="en-IN" dirty="0"/>
              <a:t> — Identifies malicious and suspicious prompts before they are treated as trusted interactions.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Risk Visibility</a:t>
            </a:r>
            <a:r>
              <a:rPr lang="en-IN" dirty="0"/>
              <a:t> — Provides clear risk scores and SAFE, SUSPICIOUS, or BLOCKED classifications.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Decision Traceability</a:t>
            </a:r>
            <a:r>
              <a:rPr lang="en-IN" dirty="0"/>
              <a:t> — Maintains security-event records to support auditability and accountability.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Continuous Validation</a:t>
            </a:r>
            <a:r>
              <a:rPr lang="en-IN" dirty="0"/>
              <a:t> — Red-team testing evaluates the effectiveness of AI guardrails against adversarial prompts.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Centralized Governance</a:t>
            </a:r>
            <a:r>
              <a:rPr lang="en-IN" dirty="0"/>
              <a:t> — </a:t>
            </a:r>
            <a:r>
              <a:rPr lang="en-IN" dirty="0" err="1"/>
              <a:t>Exasol</a:t>
            </a:r>
            <a:r>
              <a:rPr lang="en-IN" dirty="0"/>
              <a:t> Personal provides a single data platform for storing and </a:t>
            </a:r>
            <a:r>
              <a:rPr lang="en-IN" dirty="0" err="1"/>
              <a:t>analyzing</a:t>
            </a:r>
            <a:r>
              <a:rPr lang="en-IN" dirty="0"/>
              <a:t> AI security events.</a:t>
            </a:r>
          </a:p>
          <a:p>
            <a:endParaRPr lang="en-IN" dirty="0"/>
          </a:p>
          <a:p>
            <a:r>
              <a:rPr lang="en-IN" b="1" dirty="0"/>
              <a:t>Key Value Proposition - </a:t>
            </a:r>
            <a:r>
              <a:rPr lang="en-IN" dirty="0"/>
              <a:t>AI Trust Platform brings threat detection, auditing, continuous testing, and governance monitoring into one unified platform.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3537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22B7-6EB5-7347-441C-D576F3BB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340259"/>
            <a:ext cx="9942409" cy="876193"/>
          </a:xfrm>
        </p:spPr>
        <p:txBody>
          <a:bodyPr/>
          <a:lstStyle/>
          <a:p>
            <a:r>
              <a:rPr lang="en-IN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C0377-0999-C7EE-3AD2-E2A53DD71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6" y="1216451"/>
            <a:ext cx="11015926" cy="5153663"/>
          </a:xfrm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Adaptive Threat Detection</a:t>
            </a:r>
            <a:r>
              <a:rPr lang="en-IN" dirty="0"/>
              <a:t> — Extend semantic analysis with advanced AI models to detect evolving and previously unseen attack patterns.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Context-Aware Risk Scoring</a:t>
            </a:r>
            <a:r>
              <a:rPr lang="en-IN" dirty="0"/>
              <a:t> — Evaluate prompts using conversation context, user </a:t>
            </a:r>
            <a:r>
              <a:rPr lang="en-IN" dirty="0" err="1"/>
              <a:t>behavior</a:t>
            </a:r>
            <a:r>
              <a:rPr lang="en-IN" dirty="0"/>
              <a:t>, and historical security events.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Dynamic Policy Engine</a:t>
            </a:r>
            <a:r>
              <a:rPr lang="en-IN" dirty="0"/>
              <a:t> — Enable organizations to define and enforce custom AI security and governance policies.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Real-Time Alerting</a:t>
            </a:r>
            <a:r>
              <a:rPr lang="en-IN" dirty="0"/>
              <a:t> — Integrate automated notifications for high-risk and suspicious AI activity.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Advanced Red Teaming</a:t>
            </a:r>
            <a:r>
              <a:rPr lang="en-IN" dirty="0"/>
              <a:t> — Expand adversarial testing with automatically generated attack scenarios and broader threat categories.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Enterprise-Scale Governance</a:t>
            </a:r>
            <a:r>
              <a:rPr lang="en-IN" dirty="0"/>
              <a:t> — Extend the platform to monitor multiple AI agents and applications through a unified governance layer.</a:t>
            </a:r>
          </a:p>
          <a:p>
            <a:endParaRPr lang="en-IN" dirty="0"/>
          </a:p>
          <a:p>
            <a:r>
              <a:rPr lang="en-IN" b="1" dirty="0"/>
              <a:t>Vision - </a:t>
            </a:r>
            <a:r>
              <a:rPr lang="en-IN" dirty="0"/>
              <a:t>Evolve AI Trust Platform from a security prototype into a scalable governance layer for trustworthy enterprise AI.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141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78BF-EC2C-5320-A55B-50997BAAD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922" y="2776613"/>
            <a:ext cx="9942409" cy="876193"/>
          </a:xfrm>
        </p:spPr>
        <p:txBody>
          <a:bodyPr/>
          <a:lstStyle/>
          <a:p>
            <a:r>
              <a:rPr lang="en-US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</a:t>
            </a:r>
            <a:endParaRPr lang="en-IN" b="1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87325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457</TotalTime>
  <Words>971</Words>
  <Application>Microsoft Office PowerPoint</Application>
  <PresentationFormat>Widescreen</PresentationFormat>
  <Paragraphs>91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Neue Haas Grotesk Text Pro</vt:lpstr>
      <vt:lpstr>Wingdings</vt:lpstr>
      <vt:lpstr>Film Burn</vt:lpstr>
      <vt:lpstr>PowerPoint Presentation</vt:lpstr>
      <vt:lpstr>AI TRUST PLATFORM</vt:lpstr>
      <vt:lpstr>What security/governance problem exists with AI agents?</vt:lpstr>
      <vt:lpstr>What your platform does?</vt:lpstr>
      <vt:lpstr>System Architecture</vt:lpstr>
      <vt:lpstr>How AI Trust Platform Works?</vt:lpstr>
      <vt:lpstr>EXASOL PERSONAL INTEGRATION</vt:lpstr>
      <vt:lpstr>Technology &amp; Implementation</vt:lpstr>
      <vt:lpstr>PowerPoint Presentation</vt:lpstr>
      <vt:lpstr>PowerPoint Presentation</vt:lpstr>
      <vt:lpstr>PowerPoint Presentation</vt:lpstr>
      <vt:lpstr>PowerPoint Presentation</vt:lpstr>
      <vt:lpstr>Impact &amp; Value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Amirtha Varshini S</dc:creator>
  <cp:lastModifiedBy>Amirtha Varshini S</cp:lastModifiedBy>
  <cp:revision>1</cp:revision>
  <dcterms:created xsi:type="dcterms:W3CDTF">2026-08-23T08:08:01Z</dcterms:created>
  <dcterms:modified xsi:type="dcterms:W3CDTF">2026-08-23T16:49:27Z</dcterms:modified>
</cp:coreProperties>
</file>